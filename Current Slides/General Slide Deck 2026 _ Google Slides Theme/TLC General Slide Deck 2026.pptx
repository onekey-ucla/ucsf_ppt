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58df98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858df98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8df987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8df987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769d6d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769d6d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7769d6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7769d6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769d6d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769d6d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7769d6d0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7769d6d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769d6d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769d6d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263e8192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5263e8192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8a30c8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8a30c8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.ucla.edu/fundamentals/accessibilit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57945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Use Minimum Sizing of Text [18pt] For Slides (Header/Body)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Avoid Changing Font Colors of Existing Slides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Utilize Free Space For Images &amp; Video Content.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Cover Upper Left-Hand Logo Mark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Add Custom Slides / Themes To This Template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Update Placeholder Text With Your Units Content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Remove Unused Slides / Template Items / Best Practices Guidance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" name="Google Shape;54;p13"/>
          <p:cNvSpPr txBox="1"/>
          <p:nvPr/>
        </p:nvSpPr>
        <p:spPr>
          <a:xfrm>
            <a:off x="723715" y="3626250"/>
            <a:ext cx="443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Information on UCLA Brand Guidelines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Font typeface="Helvetica Neue"/>
              <a:buNone/>
            </a:pPr>
            <a:r>
              <a:rPr b="0" i="0" lang="en" sz="1200" u="sng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https://brand.ucla.edu/fundamentals/accessibility</a:t>
            </a:r>
            <a:endParaRPr b="0" i="0" sz="12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Best Practices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5779" y="1458861"/>
            <a:ext cx="70617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82321" y="1401740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2322" y="1938601"/>
            <a:ext cx="2760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Helvetica Neue"/>
              <a:buNone/>
            </a:pPr>
            <a:r>
              <a:rPr b="1" i="0" lang="en" sz="20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</a:t>
            </a:r>
            <a:endParaRPr b="1" i="0" sz="20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2321" y="2273609"/>
            <a:ext cx="751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 Light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 Oblique	</a:t>
            </a: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Oblique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 Oblique 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1" i="0" sz="15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2321" y="2741706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 CODES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04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0558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863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213234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82322" y="3627075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#225483</a:t>
            </a:r>
            <a:endParaRPr b="1" i="0" sz="14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869468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#0D0D0D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46833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#FFFFFF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