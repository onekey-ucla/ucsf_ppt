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58df9870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858df9870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8df9870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8df9870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5263e8192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5263e8192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7769d6d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7769d6d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7769d6d0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7769d6d0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769d6d0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769d6d0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7769d6d0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7769d6d0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7769d6d0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7769d6d0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7769d6d0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7769d6d0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58a30c8c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58a30c8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5263e8192_5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5263e8192_5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8a30c8c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58a30c8c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)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Color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1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2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1)">
  <p:cSld name="SECTION_TITLE_AND_DESCRIPTION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Black)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Full Background)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)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2)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[No TLC Logo]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rand.ucla.edu/fundamentals/accessibilit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1152475"/>
            <a:ext cx="5794500" cy="24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Use Minimum Sizing of Text [18pt] For Slides (Header/Body)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Avoid Changing Font Colors of Existing Slides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Utilize Free Space For Images &amp; Video Content.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Do Not Cover Upper Left-Hand Logo Mark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Do Not Add Custom Slides / Themes To This Template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Update Placeholder Text With Your Units Content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Remove Unused Slides / Template Items / Best Practices Guidance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" name="Google Shape;54;p13"/>
          <p:cNvSpPr txBox="1"/>
          <p:nvPr/>
        </p:nvSpPr>
        <p:spPr>
          <a:xfrm>
            <a:off x="723715" y="3626250"/>
            <a:ext cx="4432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 Information on UCLA Brand Guidelines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200"/>
              <a:buFont typeface="Helvetica Neue"/>
              <a:buNone/>
            </a:pPr>
            <a:r>
              <a:rPr b="0" i="0" lang="en" sz="1200" u="sng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https://brand.ucla.edu/fundamentals/accessibility</a:t>
            </a:r>
            <a:endParaRPr b="0" i="0" sz="12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6023700" y="120675"/>
            <a:ext cx="292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BEFORE EDITING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Best Practices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25779" y="1458861"/>
            <a:ext cx="70617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82321" y="1401740"/>
            <a:ext cx="706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TYPEFACE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82322" y="1938601"/>
            <a:ext cx="27603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ct val="100000"/>
              <a:buFont typeface="Helvetica Neue"/>
              <a:buNone/>
            </a:pPr>
            <a:r>
              <a:rPr b="1" i="0" lang="en" sz="20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Helvetica</a:t>
            </a:r>
            <a:endParaRPr b="1" i="0" sz="20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ct val="1000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82321" y="2273609"/>
            <a:ext cx="7511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 Light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Light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Light Oblique	</a:t>
            </a: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	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Oblique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</a:t>
            </a:r>
            <a:r>
              <a:rPr b="1" i="1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 Oblique 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1" i="0" sz="15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82321" y="2741706"/>
            <a:ext cx="706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HEX CODES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704735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00558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2863735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0D0D0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213234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82322" y="3627075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#225483</a:t>
            </a:r>
            <a:endParaRPr b="1" i="0" sz="14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869468" y="3423217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#0D0D0D </a:t>
            </a: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246833" y="3423217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#FFFFFF </a:t>
            </a: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6023700" y="120675"/>
            <a:ext cx="292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BEFORE EDITING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LC General Slide Deck 2026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