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  <p:embeddedFont>
      <p:font typeface="Helvetica Neue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22" Type="http://schemas.openxmlformats.org/officeDocument/2006/relationships/font" Target="fonts/HelveticaNeueLight-regular.fntdata"/><Relationship Id="rId21" Type="http://schemas.openxmlformats.org/officeDocument/2006/relationships/font" Target="fonts/HelveticaNeue-boldItalic.fntdata"/><Relationship Id="rId24" Type="http://schemas.openxmlformats.org/officeDocument/2006/relationships/font" Target="fonts/HelveticaNeueLight-italic.fntdata"/><Relationship Id="rId23" Type="http://schemas.openxmlformats.org/officeDocument/2006/relationships/font" Target="fonts/HelveticaNeue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HelveticaNeue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HelveticaNeue-bold.fntdata"/><Relationship Id="rId1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858df9870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858df9870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8df9870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58df9870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5263e8192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5263e8192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7769d6d0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7769d6d0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7769d6d0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7769d6d0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7769d6d0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7769d6d0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7769d6d0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7769d6d0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7769d6d0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7769d6d0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7769d6d0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7769d6d0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58a30c8c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58a30c8c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5263e8192_5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5263e8192_5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58a30c8c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58a30c8c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2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R)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274325" y="374075"/>
            <a:ext cx="486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274325" y="922825"/>
            <a:ext cx="48693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Open Space Color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01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02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R1)">
  <p:cSld name="SECTION_TITLE_AND_DESCRIPTION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274325" y="374075"/>
            <a:ext cx="827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274325" y="922825"/>
            <a:ext cx="8273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Open Space Black)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Full Background)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L)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4145175" y="374075"/>
            <a:ext cx="480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4145175" y="922825"/>
            <a:ext cx="48015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L2)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11"/>
          <p:cNvSpPr txBox="1"/>
          <p:nvPr>
            <p:ph type="title"/>
          </p:nvPr>
        </p:nvSpPr>
        <p:spPr>
          <a:xfrm>
            <a:off x="475350" y="374075"/>
            <a:ext cx="847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75350" y="922825"/>
            <a:ext cx="8471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[No TLC Logo]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12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2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rand.ucla.edu/fundamentals/accessibility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1152475"/>
            <a:ext cx="5794500" cy="24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Use Minimum Sizing of Text [18pt] For Slides (Header/Body)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Avoid Changing Font Colors of Existing Slides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Utilize Free Space For Images &amp; Video Content.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Do Not Cover Upper Left-Hand Logo Mark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Do Not Add Custom Slides / Themes To This Template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Update Placeholder Text With Your Units Content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●"/>
            </a:pPr>
            <a:r>
              <a:rPr lang="en" sz="1400">
                <a:solidFill>
                  <a:schemeClr val="dk1"/>
                </a:solidFill>
              </a:rPr>
              <a:t>Remove Unused Slides / Template Items / Best Practices Guidance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4" name="Google Shape;54;p13"/>
          <p:cNvSpPr txBox="1"/>
          <p:nvPr/>
        </p:nvSpPr>
        <p:spPr>
          <a:xfrm>
            <a:off x="723715" y="3626250"/>
            <a:ext cx="44322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Additional Information on UCLA Brand Guidelines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200"/>
              <a:buFont typeface="Helvetica Neue"/>
              <a:buNone/>
            </a:pPr>
            <a:r>
              <a:rPr b="0" i="0" lang="en" sz="1200" u="sng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https://brand.ucla.edu/fundamentals/accessibility</a:t>
            </a:r>
            <a:endParaRPr b="0" i="0" sz="12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6023700" y="120675"/>
            <a:ext cx="2924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BEFORE EDITING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Best Practices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525779" y="1458861"/>
            <a:ext cx="7061700" cy="11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4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t/>
            </a:r>
            <a:endParaRPr b="1" i="0" sz="2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27000" lvl="0" marL="215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682321" y="1401740"/>
            <a:ext cx="706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Helvetica Neue"/>
              <a:buNone/>
            </a:pPr>
            <a:r>
              <a:rPr b="0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TYPEFACE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682322" y="1938601"/>
            <a:ext cx="27603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ct val="100000"/>
              <a:buFont typeface="Helvetica Neue"/>
              <a:buNone/>
            </a:pPr>
            <a:r>
              <a:rPr b="1" i="0" lang="en" sz="20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Helvetica</a:t>
            </a:r>
            <a:endParaRPr b="1" i="0" sz="2000" u="none" cap="none" strike="noStrike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libri"/>
              <a:buNone/>
            </a:pPr>
            <a:r>
              <a:t/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ct val="100000"/>
              <a:buFont typeface="Arial"/>
              <a:buNone/>
            </a:pP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682321" y="2273609"/>
            <a:ext cx="75111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Helvetica Neue Light"/>
              <a:buNone/>
            </a:pPr>
            <a:r>
              <a:rPr b="0" i="0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Light</a:t>
            </a:r>
            <a:r>
              <a:rPr b="1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Light Oblique	</a:t>
            </a:r>
            <a:r>
              <a:rPr b="0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Regular	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Oblique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	</a:t>
            </a:r>
            <a:r>
              <a:rPr b="1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Bold</a:t>
            </a:r>
            <a:r>
              <a:rPr b="0" i="1" lang="en" sz="1500" u="none" cap="none" strike="noStrike">
                <a:solidFill>
                  <a:srgbClr val="00558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	</a:t>
            </a:r>
            <a:r>
              <a:rPr b="1" i="1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Bold Oblique </a:t>
            </a:r>
            <a:r>
              <a:rPr b="1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b="1" i="0" sz="1500" u="none" cap="none" strike="noStrike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t/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682321" y="2741706"/>
            <a:ext cx="706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Helvetica Neue"/>
              <a:buNone/>
            </a:pPr>
            <a:r>
              <a:rPr b="0" i="0" lang="en" sz="15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HEX CODES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704735" y="3205617"/>
            <a:ext cx="1676400" cy="364800"/>
          </a:xfrm>
          <a:prstGeom prst="roundRect">
            <a:avLst>
              <a:gd fmla="val 16667" name="adj"/>
            </a:avLst>
          </a:prstGeom>
          <a:solidFill>
            <a:srgbClr val="00558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5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2863735" y="3205617"/>
            <a:ext cx="1676400" cy="364800"/>
          </a:xfrm>
          <a:prstGeom prst="roundRect">
            <a:avLst>
              <a:gd fmla="val 16667" name="adj"/>
            </a:avLst>
          </a:prstGeom>
          <a:solidFill>
            <a:srgbClr val="0D0D0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5213234" y="3205617"/>
            <a:ext cx="1676400" cy="36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C0C0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682322" y="3627075"/>
            <a:ext cx="27603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400"/>
              <a:buFont typeface="Helvetica Neue"/>
              <a:buNone/>
            </a:pPr>
            <a:r>
              <a:rPr b="1" i="0" lang="en" sz="1400" u="none" cap="none" strike="noStrike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#225483</a:t>
            </a:r>
            <a:endParaRPr b="1" i="0" sz="14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87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869468" y="3423217"/>
            <a:ext cx="27603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#0D0D0D </a:t>
            </a: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5246833" y="3423217"/>
            <a:ext cx="27603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#FFFFFF </a:t>
            </a:r>
            <a:r>
              <a:rPr b="1" i="0" lang="en" sz="1500" u="none" cap="none" strike="noStrike">
                <a:solidFill>
                  <a:srgbClr val="005587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b="1" i="0" sz="1500" u="none" cap="none" strike="noStrike">
              <a:solidFill>
                <a:srgbClr val="005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6023700" y="120675"/>
            <a:ext cx="29247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BEFORE EDITING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274325" y="374075"/>
            <a:ext cx="48693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274325" y="922825"/>
            <a:ext cx="48693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274325" y="374075"/>
            <a:ext cx="82734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274325" y="922825"/>
            <a:ext cx="82734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4145175" y="374075"/>
            <a:ext cx="48015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4145175" y="922825"/>
            <a:ext cx="48015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475350" y="374075"/>
            <a:ext cx="84714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475350" y="922825"/>
            <a:ext cx="84714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LC General Slide Deck 2026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